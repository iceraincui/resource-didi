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7"/>
  </p:notesMasterIdLst>
  <p:sldIdLst>
    <p:sldId id="256" r:id="rId3"/>
    <p:sldId id="289" r:id="rId4"/>
    <p:sldId id="359" r:id="rId5"/>
    <p:sldId id="360" r:id="rId6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5" userDrawn="1">
          <p15:clr>
            <a:srgbClr val="A4A3A4"/>
          </p15:clr>
        </p15:guide>
        <p15:guide id="2" pos="3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DF8"/>
    <a:srgbClr val="00AAF8"/>
    <a:srgbClr val="FFFFFF"/>
    <a:srgbClr val="040201"/>
    <a:srgbClr val="FF1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36826C-F471-4F4D-A487-091D767684D0}" styleName="表样式 1 17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72B8DA"/>
              </a:solidFill>
              <a:prstDash val="solid"/>
            </a:ln>
          </a:left>
          <a:right>
            <a:ln w="9525" cmpd="sng">
              <a:solidFill>
                <a:srgbClr val="72B8DA"/>
              </a:solidFill>
              <a:prstDash val="solid"/>
            </a:ln>
          </a:right>
          <a:top>
            <a:ln w="9525" cmpd="sng">
              <a:solidFill>
                <a:srgbClr val="72B8DA"/>
              </a:solidFill>
              <a:prstDash val="solid"/>
            </a:ln>
          </a:top>
          <a:bottom>
            <a:ln w="9525" cmpd="sng">
              <a:solidFill>
                <a:srgbClr val="72B8DA"/>
              </a:solidFill>
              <a:prstDash val="solid"/>
            </a:ln>
          </a:bottom>
          <a:insideH>
            <a:ln w="9525" cmpd="sng">
              <a:solidFill>
                <a:srgbClr val="72B8DA"/>
              </a:solidFill>
              <a:prstDash val="solid"/>
            </a:ln>
          </a:insideH>
          <a:insideV>
            <a:ln w="9525" cmpd="sng">
              <a:solidFill>
                <a:srgbClr val="72B8DA"/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72B8DA">
              <a:lumMod val="20000"/>
              <a:lumOff val="80000"/>
            </a:srgbClr>
          </a:solidFill>
        </a:fill>
      </a:tcStyle>
    </a:band1H>
    <a:band2V>
      <a:tcStyle>
        <a:tcBdr/>
        <a:fill>
          <a:solidFill>
            <a:srgbClr val="72B8DA">
              <a:lumMod val="20000"/>
              <a:lumOff val="80000"/>
            </a:srgbClr>
          </a:solidFill>
        </a:fill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72B8DA"/>
              </a:solidFill>
              <a:prstDash val="solid"/>
            </a:ln>
          </a:left>
          <a:right>
            <a:ln w="9525" cmpd="sng">
              <a:solidFill>
                <a:srgbClr val="72B8DA"/>
              </a:solidFill>
              <a:prstDash val="solid"/>
            </a:ln>
          </a:right>
          <a:top>
            <a:ln w="9525" cmpd="sng">
              <a:solidFill>
                <a:srgbClr val="72B8DA"/>
              </a:solidFill>
              <a:prstDash val="solid"/>
            </a:ln>
          </a:top>
          <a:bottom>
            <a:ln w="9525" cmpd="sng">
              <a:solidFill>
                <a:srgbClr val="72B8DA"/>
              </a:solidFill>
              <a:prstDash val="solid"/>
            </a:ln>
          </a:bottom>
          <a:insideH>
            <a:ln w="9525" cmpd="sng">
              <a:solidFill>
                <a:srgbClr val="72B8DA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72B8DA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rgbClr val="72B8DA"/>
              </a:solidFill>
              <a:prstDash val="solid"/>
            </a:ln>
          </a:left>
          <a:right>
            <a:ln w="9525" cmpd="sng">
              <a:solidFill>
                <a:srgbClr val="72B8DA"/>
              </a:solidFill>
              <a:prstDash val="solid"/>
            </a:ln>
          </a:right>
          <a:top>
            <a:ln w="9525" cmpd="sng">
              <a:solidFill>
                <a:srgbClr val="72B8DA"/>
              </a:solidFill>
              <a:prstDash val="solid"/>
            </a:ln>
          </a:top>
          <a:bottom>
            <a:ln w="9525" cmpd="sng">
              <a:solidFill>
                <a:srgbClr val="72B8DA"/>
              </a:solidFill>
              <a:prstDash val="solid"/>
            </a:ln>
          </a:bottom>
          <a:insideH>
            <a:ln w="9525" cmpd="sng">
              <a:solidFill>
                <a:srgbClr val="72B8DA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72B8DA"/>
          </a:solidFill>
        </a:fill>
      </a:tcStyle>
    </a:firstCol>
    <a:lastRow>
      <a:tcTxStyle b="on">
        <a:fontRef idx="none">
          <a:srgbClr val="72B8DA"/>
        </a:fontRef>
      </a:tcTxStyle>
      <a:tcStyle>
        <a:tcBdr>
          <a:left>
            <a:ln w="9525" cmpd="sng">
              <a:solidFill>
                <a:srgbClr val="72B8DA"/>
              </a:solidFill>
              <a:prstDash val="solid"/>
            </a:ln>
          </a:left>
          <a:right>
            <a:ln w="9525" cmpd="sng">
              <a:solidFill>
                <a:srgbClr val="72B8DA"/>
              </a:solidFill>
              <a:prstDash val="solid"/>
            </a:ln>
          </a:right>
          <a:top>
            <a:ln w="9525" cmpd="sng">
              <a:solidFill>
                <a:srgbClr val="72B8DA"/>
              </a:solidFill>
              <a:prstDash val="solid"/>
            </a:ln>
          </a:top>
          <a:bottom>
            <a:ln w="9525" cmpd="sng">
              <a:solidFill>
                <a:srgbClr val="72B8DA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wCell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rgbClr val="72B8DA"/>
              </a:solidFill>
              <a:prstDash val="solid"/>
            </a:ln>
          </a:left>
          <a:right>
            <a:ln w="9525" cmpd="sng">
              <a:solidFill>
                <a:srgbClr val="72B8DA"/>
              </a:solidFill>
              <a:prstDash val="solid"/>
            </a:ln>
          </a:right>
          <a:top>
            <a:ln w="9525" cmpd="sng">
              <a:solidFill>
                <a:srgbClr val="72B8DA"/>
              </a:solidFill>
              <a:prstDash val="solid"/>
            </a:ln>
          </a:top>
          <a:bottom>
            <a:ln w="9525" cmpd="sng">
              <a:solidFill>
                <a:srgbClr val="72B8DA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72B8DA"/>
          </a:solidFill>
        </a:fill>
      </a:tcStyle>
    </a:swCel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62"/>
    <p:restoredTop sz="94933" autoAdjust="0"/>
  </p:normalViewPr>
  <p:slideViewPr>
    <p:cSldViewPr snapToGrid="0" showGuides="1">
      <p:cViewPr>
        <p:scale>
          <a:sx n="109" d="100"/>
          <a:sy n="109" d="100"/>
        </p:scale>
        <p:origin x="-472" y="600"/>
      </p:cViewPr>
      <p:guideLst>
        <p:guide orient="horz" pos="2325"/>
        <p:guide pos="38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465E4-B37B-4A4B-A30F-C966582A971F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7E678-0A2B-4C25-8F13-84C7D22E40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BBD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/>
        </p:nvSpPr>
        <p:spPr>
          <a:xfrm>
            <a:off x="1085848" y="1104900"/>
            <a:ext cx="10020300" cy="4648200"/>
          </a:xfrm>
          <a:prstGeom prst="roundRect">
            <a:avLst/>
          </a:prstGeom>
          <a:solidFill>
            <a:schemeClr val="bg1"/>
          </a:solidFill>
          <a:ln>
            <a:solidFill>
              <a:srgbClr val="72BB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图片包含 游戏机, 钟表, 仪表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8045" y="2466975"/>
            <a:ext cx="12043955" cy="4391025"/>
          </a:xfrm>
          <a:custGeom>
            <a:avLst/>
            <a:gdLst>
              <a:gd name="connsiteX0" fmla="*/ 2052230 w 12043955"/>
              <a:gd name="connsiteY0" fmla="*/ 128587 h 4391025"/>
              <a:gd name="connsiteX1" fmla="*/ 2052230 w 12043955"/>
              <a:gd name="connsiteY1" fmla="*/ 2081212 h 4391025"/>
              <a:gd name="connsiteX2" fmla="*/ 4433480 w 12043955"/>
              <a:gd name="connsiteY2" fmla="*/ 2081212 h 4391025"/>
              <a:gd name="connsiteX3" fmla="*/ 4433480 w 12043955"/>
              <a:gd name="connsiteY3" fmla="*/ 128587 h 4391025"/>
              <a:gd name="connsiteX4" fmla="*/ 0 w 12043955"/>
              <a:gd name="connsiteY4" fmla="*/ 0 h 4391025"/>
              <a:gd name="connsiteX5" fmla="*/ 12043955 w 12043955"/>
              <a:gd name="connsiteY5" fmla="*/ 0 h 4391025"/>
              <a:gd name="connsiteX6" fmla="*/ 12043955 w 12043955"/>
              <a:gd name="connsiteY6" fmla="*/ 4391025 h 4391025"/>
              <a:gd name="connsiteX7" fmla="*/ 0 w 12043955"/>
              <a:gd name="connsiteY7" fmla="*/ 4391025 h 439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043955" h="4391025">
                <a:moveTo>
                  <a:pt x="2052230" y="128587"/>
                </a:moveTo>
                <a:lnTo>
                  <a:pt x="2052230" y="2081212"/>
                </a:lnTo>
                <a:lnTo>
                  <a:pt x="4433480" y="2081212"/>
                </a:lnTo>
                <a:lnTo>
                  <a:pt x="4433480" y="128587"/>
                </a:lnTo>
                <a:close/>
                <a:moveTo>
                  <a:pt x="0" y="0"/>
                </a:moveTo>
                <a:lnTo>
                  <a:pt x="12043955" y="0"/>
                </a:lnTo>
                <a:lnTo>
                  <a:pt x="12043955" y="4391025"/>
                </a:lnTo>
                <a:lnTo>
                  <a:pt x="0" y="4391025"/>
                </a:lnTo>
                <a:close/>
              </a:path>
            </a:pathLst>
          </a:custGeom>
        </p:spPr>
      </p:pic>
      <p:pic>
        <p:nvPicPr>
          <p:cNvPr id="10" name="图片 9" descr="图片包含 游戏机, 钟表, 仪表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51" r="62477" b="55965"/>
          <a:stretch>
            <a:fillRect/>
          </a:stretch>
        </p:blipFill>
        <p:spPr>
          <a:xfrm>
            <a:off x="1438275" y="200025"/>
            <a:ext cx="2381250" cy="1933575"/>
          </a:xfrm>
          <a:custGeom>
            <a:avLst/>
            <a:gdLst>
              <a:gd name="connsiteX0" fmla="*/ 0 w 2381250"/>
              <a:gd name="connsiteY0" fmla="*/ 0 h 1933575"/>
              <a:gd name="connsiteX1" fmla="*/ 2381250 w 2381250"/>
              <a:gd name="connsiteY1" fmla="*/ 0 h 1933575"/>
              <a:gd name="connsiteX2" fmla="*/ 2381250 w 2381250"/>
              <a:gd name="connsiteY2" fmla="*/ 1933575 h 1933575"/>
              <a:gd name="connsiteX3" fmla="*/ 0 w 2381250"/>
              <a:gd name="connsiteY3" fmla="*/ 1933575 h 193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250" h="1933575">
                <a:moveTo>
                  <a:pt x="0" y="0"/>
                </a:moveTo>
                <a:lnTo>
                  <a:pt x="2381250" y="0"/>
                </a:lnTo>
                <a:lnTo>
                  <a:pt x="2381250" y="1933575"/>
                </a:lnTo>
                <a:lnTo>
                  <a:pt x="0" y="1933575"/>
                </a:lnTo>
                <a:close/>
              </a:path>
            </a:pathLst>
          </a:custGeom>
        </p:spPr>
      </p:pic>
      <p:sp>
        <p:nvSpPr>
          <p:cNvPr id="13" name="矩形 12"/>
          <p:cNvSpPr/>
          <p:nvPr/>
        </p:nvSpPr>
        <p:spPr>
          <a:xfrm>
            <a:off x="3963670" y="2723515"/>
            <a:ext cx="4354195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zh-CN" sz="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平均数</a:t>
            </a:r>
          </a:p>
        </p:txBody>
      </p:sp>
      <p:sp>
        <p:nvSpPr>
          <p:cNvPr id="14" name="矩形 13"/>
          <p:cNvSpPr/>
          <p:nvPr/>
        </p:nvSpPr>
        <p:spPr>
          <a:xfrm>
            <a:off x="4346971" y="1698777"/>
            <a:ext cx="349805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3200" dirty="0">
                <a:solidFill>
                  <a:srgbClr val="3197C5"/>
                </a:solidFill>
                <a:latin typeface="南宋书局体" panose="02000000000000000000" pitchFamily="2" charset="-122"/>
                <a:ea typeface="南宋书局体" panose="02000000000000000000" pitchFamily="2" charset="-122"/>
                <a:cs typeface="+mn-ea"/>
                <a:sym typeface="+mn-lt"/>
              </a:rPr>
              <a:t>四年级数学下册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EE35F16F-1FEB-1C60-CAD0-B47D8589E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231654"/>
              </p:ext>
            </p:extLst>
          </p:nvPr>
        </p:nvGraphicFramePr>
        <p:xfrm>
          <a:off x="3211889" y="3042357"/>
          <a:ext cx="3429000" cy="317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92456784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6597336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62101737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97526124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02025258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86741284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24674023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2285711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53343091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21094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1846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7843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79725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7003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  <a:highlight>
                            <a:srgbClr val="00ADF8"/>
                          </a:highlight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  <a:highlight>
                            <a:srgbClr val="00ADF8"/>
                          </a:highlight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  <a:highlight>
                            <a:srgbClr val="00ADF8"/>
                          </a:highlight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  <a:highlight>
                            <a:srgbClr val="00ADF8"/>
                          </a:highlight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  <a:highlight>
                            <a:srgbClr val="00ADF8"/>
                          </a:highlight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ADF8"/>
                        </a:highlight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73695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60627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73618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45631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766463"/>
                  </a:ext>
                </a:extLst>
              </a:tr>
            </a:tbl>
          </a:graphicData>
        </a:graphic>
      </p:graphicFrame>
      <p:pic>
        <p:nvPicPr>
          <p:cNvPr id="15" name="图片 14" descr="图片包含 游戏机, 钟表, 仪表&#10;&#10;描述已自动生成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4" t="40998"/>
          <a:stretch>
            <a:fillRect/>
          </a:stretch>
        </p:blipFill>
        <p:spPr>
          <a:xfrm>
            <a:off x="10487025" y="5543346"/>
            <a:ext cx="2242643" cy="1314653"/>
          </a:xfrm>
          <a:custGeom>
            <a:avLst/>
            <a:gdLst>
              <a:gd name="connsiteX0" fmla="*/ 0 w 4419600"/>
              <a:gd name="connsiteY0" fmla="*/ 0 h 2590800"/>
              <a:gd name="connsiteX1" fmla="*/ 4419600 w 4419600"/>
              <a:gd name="connsiteY1" fmla="*/ 0 h 2590800"/>
              <a:gd name="connsiteX2" fmla="*/ 4419600 w 4419600"/>
              <a:gd name="connsiteY2" fmla="*/ 2590800 h 2590800"/>
              <a:gd name="connsiteX3" fmla="*/ 0 w 4419600"/>
              <a:gd name="connsiteY3" fmla="*/ 2590800 h 259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19600" h="2590800">
                <a:moveTo>
                  <a:pt x="0" y="0"/>
                </a:moveTo>
                <a:lnTo>
                  <a:pt x="4419600" y="0"/>
                </a:lnTo>
                <a:lnTo>
                  <a:pt x="4419600" y="2590800"/>
                </a:lnTo>
                <a:lnTo>
                  <a:pt x="0" y="2590800"/>
                </a:lnTo>
                <a:close/>
              </a:path>
            </a:pathLst>
          </a:custGeom>
        </p:spPr>
      </p:pic>
      <p:pic>
        <p:nvPicPr>
          <p:cNvPr id="10" name="图片 9" descr="图片包含 游戏机, 钟表, 仪表&#10;&#10;描述已自动生成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51" r="62477" b="55965"/>
          <a:stretch>
            <a:fillRect/>
          </a:stretch>
        </p:blipFill>
        <p:spPr>
          <a:xfrm>
            <a:off x="-152400" y="-171450"/>
            <a:ext cx="1829926" cy="1485900"/>
          </a:xfrm>
          <a:custGeom>
            <a:avLst/>
            <a:gdLst>
              <a:gd name="connsiteX0" fmla="*/ 0 w 2381250"/>
              <a:gd name="connsiteY0" fmla="*/ 0 h 1933575"/>
              <a:gd name="connsiteX1" fmla="*/ 2381250 w 2381250"/>
              <a:gd name="connsiteY1" fmla="*/ 0 h 1933575"/>
              <a:gd name="connsiteX2" fmla="*/ 2381250 w 2381250"/>
              <a:gd name="connsiteY2" fmla="*/ 1933575 h 1933575"/>
              <a:gd name="connsiteX3" fmla="*/ 0 w 2381250"/>
              <a:gd name="connsiteY3" fmla="*/ 1933575 h 193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250" h="1933575">
                <a:moveTo>
                  <a:pt x="0" y="0"/>
                </a:moveTo>
                <a:lnTo>
                  <a:pt x="2381250" y="0"/>
                </a:lnTo>
                <a:lnTo>
                  <a:pt x="2381250" y="1933575"/>
                </a:lnTo>
                <a:lnTo>
                  <a:pt x="0" y="1933575"/>
                </a:lnTo>
                <a:close/>
              </a:path>
            </a:pathLst>
          </a:custGeom>
        </p:spPr>
      </p:pic>
      <p:pic>
        <p:nvPicPr>
          <p:cNvPr id="14" name="图片 13" descr="图片包含 游戏机, 钟表, 仪表&#10;&#10;描述已自动生成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41"/>
          <a:stretch>
            <a:fillRect/>
          </a:stretch>
        </p:blipFill>
        <p:spPr>
          <a:xfrm>
            <a:off x="-228600" y="4629857"/>
            <a:ext cx="2099855" cy="2228143"/>
          </a:xfrm>
          <a:custGeom>
            <a:avLst/>
            <a:gdLst>
              <a:gd name="connsiteX0" fmla="*/ 0 w 4138206"/>
              <a:gd name="connsiteY0" fmla="*/ 0 h 4391025"/>
              <a:gd name="connsiteX1" fmla="*/ 4138206 w 4138206"/>
              <a:gd name="connsiteY1" fmla="*/ 0 h 4391025"/>
              <a:gd name="connsiteX2" fmla="*/ 4138206 w 4138206"/>
              <a:gd name="connsiteY2" fmla="*/ 128587 h 4391025"/>
              <a:gd name="connsiteX3" fmla="*/ 2052230 w 4138206"/>
              <a:gd name="connsiteY3" fmla="*/ 128587 h 4391025"/>
              <a:gd name="connsiteX4" fmla="*/ 2052230 w 4138206"/>
              <a:gd name="connsiteY4" fmla="*/ 2081212 h 4391025"/>
              <a:gd name="connsiteX5" fmla="*/ 4138206 w 4138206"/>
              <a:gd name="connsiteY5" fmla="*/ 2081212 h 4391025"/>
              <a:gd name="connsiteX6" fmla="*/ 4138206 w 4138206"/>
              <a:gd name="connsiteY6" fmla="*/ 4391025 h 4391025"/>
              <a:gd name="connsiteX7" fmla="*/ 0 w 4138206"/>
              <a:gd name="connsiteY7" fmla="*/ 4391025 h 439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38206" h="4391025">
                <a:moveTo>
                  <a:pt x="0" y="0"/>
                </a:moveTo>
                <a:lnTo>
                  <a:pt x="4138206" y="0"/>
                </a:lnTo>
                <a:lnTo>
                  <a:pt x="4138206" y="128587"/>
                </a:lnTo>
                <a:lnTo>
                  <a:pt x="2052230" y="128587"/>
                </a:lnTo>
                <a:lnTo>
                  <a:pt x="2052230" y="2081212"/>
                </a:lnTo>
                <a:lnTo>
                  <a:pt x="4138206" y="2081212"/>
                </a:lnTo>
                <a:lnTo>
                  <a:pt x="4138206" y="4391025"/>
                </a:lnTo>
                <a:lnTo>
                  <a:pt x="0" y="4391025"/>
                </a:lnTo>
                <a:close/>
              </a:path>
            </a:pathLst>
          </a:custGeom>
        </p:spPr>
      </p:pic>
      <p:graphicFrame>
        <p:nvGraphicFramePr>
          <p:cNvPr id="4" name="表格 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6651810"/>
              </p:ext>
            </p:extLst>
          </p:nvPr>
        </p:nvGraphicFramePr>
        <p:xfrm>
          <a:off x="1871255" y="255270"/>
          <a:ext cx="7743825" cy="1828800"/>
        </p:xfrm>
        <a:graphic>
          <a:graphicData uri="http://schemas.openxmlformats.org/drawingml/2006/table">
            <a:tbl>
              <a:tblPr firstCol="1" bandCol="1">
                <a:tableStyleId>{B336826C-F471-4F4D-A487-091D767684D0}</a:tableStyleId>
              </a:tblPr>
              <a:tblGrid>
                <a:gridCol w="1265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5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5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5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5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6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/>
                        <a:t>姓名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第</a:t>
                      </a:r>
                      <a:r>
                        <a:rPr lang="en-US" altLang="zh-CN" sz="2400"/>
                        <a:t>1</a:t>
                      </a:r>
                      <a:r>
                        <a:rPr lang="zh-CN" altLang="en-US" sz="2400"/>
                        <a:t>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第</a:t>
                      </a:r>
                      <a:r>
                        <a:rPr lang="en-US" altLang="zh-CN" sz="2400"/>
                        <a:t>2</a:t>
                      </a:r>
                      <a:r>
                        <a:rPr lang="zh-CN" altLang="en-US" sz="2400"/>
                        <a:t>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第</a:t>
                      </a:r>
                      <a:r>
                        <a:rPr lang="en-US" altLang="zh-CN" sz="2400"/>
                        <a:t>3</a:t>
                      </a:r>
                      <a:r>
                        <a:rPr lang="zh-CN" altLang="en-US" sz="2400"/>
                        <a:t>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第四次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最终成绩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小明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小红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/>
                        <a:t>小兰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3" name="直接连接符 12"/>
          <p:cNvCxnSpPr/>
          <p:nvPr/>
        </p:nvCxnSpPr>
        <p:spPr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51D4DCF-564C-F2A1-B6FC-9779E09D4BCA}"/>
              </a:ext>
            </a:extLst>
          </p:cNvPr>
          <p:cNvSpPr txBox="1"/>
          <p:nvPr/>
        </p:nvSpPr>
        <p:spPr>
          <a:xfrm>
            <a:off x="6954757" y="6033452"/>
            <a:ext cx="5676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楷体" panose="02010609060101010101" pitchFamily="49" charset="-122"/>
                <a:ea typeface="楷体" panose="02010609060101010101" pitchFamily="49" charset="-122"/>
              </a:rPr>
              <a:t>序号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28985D-4A5F-2308-69AF-BF8F3CC5CFC7}"/>
              </a:ext>
            </a:extLst>
          </p:cNvPr>
          <p:cNvSpPr txBox="1"/>
          <p:nvPr/>
        </p:nvSpPr>
        <p:spPr>
          <a:xfrm>
            <a:off x="6600318" y="2530670"/>
            <a:ext cx="11518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楷体" panose="02010609060101010101" pitchFamily="49" charset="-122"/>
                <a:ea typeface="楷体" panose="02010609060101010101" pitchFamily="49" charset="-122"/>
              </a:rPr>
              <a:t>数量（个）</a:t>
            </a:r>
          </a:p>
        </p:txBody>
      </p:sp>
      <p:cxnSp>
        <p:nvCxnSpPr>
          <p:cNvPr id="6" name="直接箭头连接符 50">
            <a:extLst>
              <a:ext uri="{FF2B5EF4-FFF2-40B4-BE49-F238E27FC236}">
                <a16:creationId xmlns:a16="http://schemas.microsoft.com/office/drawing/2014/main" id="{E771DD9A-9D78-7B1E-D720-A02459269B03}"/>
              </a:ext>
            </a:extLst>
          </p:cNvPr>
          <p:cNvCxnSpPr>
            <a:cxnSpLocks/>
          </p:cNvCxnSpPr>
          <p:nvPr/>
        </p:nvCxnSpPr>
        <p:spPr>
          <a:xfrm flipV="1">
            <a:off x="3209527" y="2632734"/>
            <a:ext cx="2362" cy="35810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51">
            <a:extLst>
              <a:ext uri="{FF2B5EF4-FFF2-40B4-BE49-F238E27FC236}">
                <a16:creationId xmlns:a16="http://schemas.microsoft.com/office/drawing/2014/main" id="{8CC371EC-BDB5-03C2-9F22-C85EA8896464}"/>
              </a:ext>
            </a:extLst>
          </p:cNvPr>
          <p:cNvCxnSpPr>
            <a:cxnSpLocks/>
          </p:cNvCxnSpPr>
          <p:nvPr/>
        </p:nvCxnSpPr>
        <p:spPr>
          <a:xfrm flipV="1">
            <a:off x="3218417" y="6201727"/>
            <a:ext cx="3727450" cy="146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A516475-4D34-BA7D-D2E7-6F3AFD25A410}"/>
              </a:ext>
            </a:extLst>
          </p:cNvPr>
          <p:cNvSpPr txBox="1"/>
          <p:nvPr/>
        </p:nvSpPr>
        <p:spPr>
          <a:xfrm>
            <a:off x="2983265" y="6074781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1E901F-CD65-1C6A-D22E-07287E09EB30}"/>
              </a:ext>
            </a:extLst>
          </p:cNvPr>
          <p:cNvSpPr txBox="1"/>
          <p:nvPr/>
        </p:nvSpPr>
        <p:spPr>
          <a:xfrm>
            <a:off x="2972672" y="5728945"/>
            <a:ext cx="480695" cy="316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139CFC-5CAD-93A0-47FB-D90984897A58}"/>
              </a:ext>
            </a:extLst>
          </p:cNvPr>
          <p:cNvSpPr txBox="1"/>
          <p:nvPr/>
        </p:nvSpPr>
        <p:spPr>
          <a:xfrm>
            <a:off x="2969497" y="5393616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146AA0F-0B75-01C7-65C9-01284AB2FA41}"/>
              </a:ext>
            </a:extLst>
          </p:cNvPr>
          <p:cNvSpPr txBox="1"/>
          <p:nvPr/>
        </p:nvSpPr>
        <p:spPr>
          <a:xfrm>
            <a:off x="2970132" y="5076653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2D602FA-9452-A444-317D-EFD0C2955C26}"/>
              </a:ext>
            </a:extLst>
          </p:cNvPr>
          <p:cNvSpPr txBox="1"/>
          <p:nvPr/>
        </p:nvSpPr>
        <p:spPr>
          <a:xfrm>
            <a:off x="2967592" y="4761595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8D2A594-AFA3-698C-6A6A-F99C802FCED1}"/>
              </a:ext>
            </a:extLst>
          </p:cNvPr>
          <p:cNvSpPr txBox="1"/>
          <p:nvPr/>
        </p:nvSpPr>
        <p:spPr>
          <a:xfrm>
            <a:off x="2962512" y="4459872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56A8D6A-0786-2B3E-747B-DA26C2527B1E}"/>
              </a:ext>
            </a:extLst>
          </p:cNvPr>
          <p:cNvSpPr txBox="1"/>
          <p:nvPr/>
        </p:nvSpPr>
        <p:spPr>
          <a:xfrm>
            <a:off x="2959972" y="4148526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FD35770-F636-9536-C067-F7C293720B03}"/>
              </a:ext>
            </a:extLst>
          </p:cNvPr>
          <p:cNvSpPr txBox="1"/>
          <p:nvPr/>
        </p:nvSpPr>
        <p:spPr>
          <a:xfrm>
            <a:off x="2968227" y="3843628"/>
            <a:ext cx="480695" cy="335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18334D9-3F77-9C62-C564-BD9EF202018C}"/>
              </a:ext>
            </a:extLst>
          </p:cNvPr>
          <p:cNvSpPr txBox="1"/>
          <p:nvPr/>
        </p:nvSpPr>
        <p:spPr>
          <a:xfrm>
            <a:off x="2965687" y="3503903"/>
            <a:ext cx="4648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8BC2A70-4400-6146-E3DC-2E70DAA3C999}"/>
              </a:ext>
            </a:extLst>
          </p:cNvPr>
          <p:cNvSpPr txBox="1"/>
          <p:nvPr/>
        </p:nvSpPr>
        <p:spPr>
          <a:xfrm>
            <a:off x="2970132" y="3173654"/>
            <a:ext cx="470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4079860-AF89-2844-F1B7-7988604491E6}"/>
              </a:ext>
            </a:extLst>
          </p:cNvPr>
          <p:cNvSpPr txBox="1"/>
          <p:nvPr/>
        </p:nvSpPr>
        <p:spPr>
          <a:xfrm>
            <a:off x="2891392" y="2885217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504C70D-4D6B-3627-87D3-A9C59B4AD294}"/>
              </a:ext>
            </a:extLst>
          </p:cNvPr>
          <p:cNvSpPr txBox="1"/>
          <p:nvPr/>
        </p:nvSpPr>
        <p:spPr>
          <a:xfrm>
            <a:off x="3651487" y="4253229"/>
            <a:ext cx="371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2D0A88F-DE97-7171-3453-DBA77B312BAF}"/>
              </a:ext>
            </a:extLst>
          </p:cNvPr>
          <p:cNvSpPr txBox="1"/>
          <p:nvPr/>
        </p:nvSpPr>
        <p:spPr>
          <a:xfrm>
            <a:off x="4377194" y="3654814"/>
            <a:ext cx="371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7DFCC6E-25AE-67D9-FE63-21687E3FD429}"/>
              </a:ext>
            </a:extLst>
          </p:cNvPr>
          <p:cNvSpPr txBox="1"/>
          <p:nvPr/>
        </p:nvSpPr>
        <p:spPr>
          <a:xfrm>
            <a:off x="5179143" y="3662068"/>
            <a:ext cx="37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BFEA4F-4041-17A1-A959-F7996B3F55B4}"/>
              </a:ext>
            </a:extLst>
          </p:cNvPr>
          <p:cNvSpPr txBox="1"/>
          <p:nvPr/>
        </p:nvSpPr>
        <p:spPr>
          <a:xfrm>
            <a:off x="5909548" y="3026727"/>
            <a:ext cx="371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30024AAE-AEBC-B93C-EC2B-8088D1B5E1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7665" y="3354142"/>
            <a:ext cx="366751" cy="668972"/>
          </a:xfrm>
          <a:prstGeom prst="rect">
            <a:avLst/>
          </a:prstGeom>
        </p:spPr>
      </p:pic>
      <p:grpSp>
        <p:nvGrpSpPr>
          <p:cNvPr id="28" name="组合 27">
            <a:extLst>
              <a:ext uri="{FF2B5EF4-FFF2-40B4-BE49-F238E27FC236}">
                <a16:creationId xmlns:a16="http://schemas.microsoft.com/office/drawing/2014/main" id="{D21E9FCC-D5FA-7571-5239-A9A111C58CE2}"/>
              </a:ext>
            </a:extLst>
          </p:cNvPr>
          <p:cNvGrpSpPr/>
          <p:nvPr/>
        </p:nvGrpSpPr>
        <p:grpSpPr>
          <a:xfrm>
            <a:off x="3171452" y="3725069"/>
            <a:ext cx="5432425" cy="521970"/>
            <a:chOff x="7193" y="3484"/>
            <a:chExt cx="8122" cy="822"/>
          </a:xfrm>
        </p:grpSpPr>
        <p:cxnSp>
          <p:nvCxnSpPr>
            <p:cNvPr id="29" name="直接连接符 12">
              <a:extLst>
                <a:ext uri="{FF2B5EF4-FFF2-40B4-BE49-F238E27FC236}">
                  <a16:creationId xmlns:a16="http://schemas.microsoft.com/office/drawing/2014/main" id="{2E5B7578-15BA-E68C-A924-BA847C47409B}"/>
                </a:ext>
              </a:extLst>
            </p:cNvPr>
            <p:cNvCxnSpPr>
              <a:endCxn id="30" idx="1"/>
            </p:cNvCxnSpPr>
            <p:nvPr/>
          </p:nvCxnSpPr>
          <p:spPr>
            <a:xfrm flipV="1">
              <a:off x="7193" y="3895"/>
              <a:ext cx="5568" cy="1"/>
            </a:xfrm>
            <a:prstGeom prst="line">
              <a:avLst/>
            </a:prstGeom>
            <a:ln w="571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F2625C2-2EFC-E2BF-604B-D5808AC97647}"/>
                </a:ext>
              </a:extLst>
            </p:cNvPr>
            <p:cNvSpPr txBox="1"/>
            <p:nvPr/>
          </p:nvSpPr>
          <p:spPr>
            <a:xfrm>
              <a:off x="12761" y="3484"/>
              <a:ext cx="255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平均数</a:t>
              </a:r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7 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01065 C -0.01901 -0.02268 -0.03802 -0.05602 -0.06081 -0.06944 C -0.0836 -0.08287 -0.11537 -0.07847 -0.13659 -0.06944 C -0.15769 -0.06042 -0.17917 -0.04375 -0.18776 -0.01643 C -0.19636 0.01065 -0.22578 0.10486 -0.18776 0.09375 " pathEditMode="relative" rAng="0" ptsTypes="AAAAA">
                                      <p:cBhvr>
                                        <p:cTn id="14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339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93FC4A0C-BE9D-872B-1448-A6C1F1A69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761976"/>
              </p:ext>
            </p:extLst>
          </p:nvPr>
        </p:nvGraphicFramePr>
        <p:xfrm>
          <a:off x="3055651" y="3042357"/>
          <a:ext cx="3429000" cy="317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18713402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10557093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5182241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11328608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45858002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27875499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93720288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93889847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12266777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40152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76113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81288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74255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14937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24958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06661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97672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6644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582567"/>
                  </a:ext>
                </a:extLst>
              </a:tr>
            </a:tbl>
          </a:graphicData>
        </a:graphic>
      </p:graphicFrame>
      <p:pic>
        <p:nvPicPr>
          <p:cNvPr id="15" name="图片 14" descr="图片包含 游戏机, 钟表, 仪表&#10;&#10;描述已自动生成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4" t="40998"/>
          <a:stretch>
            <a:fillRect/>
          </a:stretch>
        </p:blipFill>
        <p:spPr>
          <a:xfrm>
            <a:off x="10487025" y="5543346"/>
            <a:ext cx="2242643" cy="1314653"/>
          </a:xfrm>
          <a:custGeom>
            <a:avLst/>
            <a:gdLst>
              <a:gd name="connsiteX0" fmla="*/ 0 w 4419600"/>
              <a:gd name="connsiteY0" fmla="*/ 0 h 2590800"/>
              <a:gd name="connsiteX1" fmla="*/ 4419600 w 4419600"/>
              <a:gd name="connsiteY1" fmla="*/ 0 h 2590800"/>
              <a:gd name="connsiteX2" fmla="*/ 4419600 w 4419600"/>
              <a:gd name="connsiteY2" fmla="*/ 2590800 h 2590800"/>
              <a:gd name="connsiteX3" fmla="*/ 0 w 4419600"/>
              <a:gd name="connsiteY3" fmla="*/ 2590800 h 259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19600" h="2590800">
                <a:moveTo>
                  <a:pt x="0" y="0"/>
                </a:moveTo>
                <a:lnTo>
                  <a:pt x="4419600" y="0"/>
                </a:lnTo>
                <a:lnTo>
                  <a:pt x="4419600" y="2590800"/>
                </a:lnTo>
                <a:lnTo>
                  <a:pt x="0" y="2590800"/>
                </a:lnTo>
                <a:close/>
              </a:path>
            </a:pathLst>
          </a:custGeom>
        </p:spPr>
      </p:pic>
      <p:pic>
        <p:nvPicPr>
          <p:cNvPr id="10" name="图片 9" descr="图片包含 游戏机, 钟表, 仪表&#10;&#10;描述已自动生成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51" r="62477" b="55965"/>
          <a:stretch>
            <a:fillRect/>
          </a:stretch>
        </p:blipFill>
        <p:spPr>
          <a:xfrm>
            <a:off x="-152400" y="-171450"/>
            <a:ext cx="1829926" cy="1485900"/>
          </a:xfrm>
          <a:custGeom>
            <a:avLst/>
            <a:gdLst>
              <a:gd name="connsiteX0" fmla="*/ 0 w 2381250"/>
              <a:gd name="connsiteY0" fmla="*/ 0 h 1933575"/>
              <a:gd name="connsiteX1" fmla="*/ 2381250 w 2381250"/>
              <a:gd name="connsiteY1" fmla="*/ 0 h 1933575"/>
              <a:gd name="connsiteX2" fmla="*/ 2381250 w 2381250"/>
              <a:gd name="connsiteY2" fmla="*/ 1933575 h 1933575"/>
              <a:gd name="connsiteX3" fmla="*/ 0 w 2381250"/>
              <a:gd name="connsiteY3" fmla="*/ 1933575 h 193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250" h="1933575">
                <a:moveTo>
                  <a:pt x="0" y="0"/>
                </a:moveTo>
                <a:lnTo>
                  <a:pt x="2381250" y="0"/>
                </a:lnTo>
                <a:lnTo>
                  <a:pt x="2381250" y="1933575"/>
                </a:lnTo>
                <a:lnTo>
                  <a:pt x="0" y="1933575"/>
                </a:lnTo>
                <a:close/>
              </a:path>
            </a:pathLst>
          </a:custGeom>
        </p:spPr>
      </p:pic>
      <p:pic>
        <p:nvPicPr>
          <p:cNvPr id="14" name="图片 13" descr="图片包含 游戏机, 钟表, 仪表&#10;&#10;描述已自动生成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41"/>
          <a:stretch>
            <a:fillRect/>
          </a:stretch>
        </p:blipFill>
        <p:spPr>
          <a:xfrm>
            <a:off x="-228600" y="4629857"/>
            <a:ext cx="2099855" cy="2228143"/>
          </a:xfrm>
          <a:custGeom>
            <a:avLst/>
            <a:gdLst>
              <a:gd name="connsiteX0" fmla="*/ 0 w 4138206"/>
              <a:gd name="connsiteY0" fmla="*/ 0 h 4391025"/>
              <a:gd name="connsiteX1" fmla="*/ 4138206 w 4138206"/>
              <a:gd name="connsiteY1" fmla="*/ 0 h 4391025"/>
              <a:gd name="connsiteX2" fmla="*/ 4138206 w 4138206"/>
              <a:gd name="connsiteY2" fmla="*/ 128587 h 4391025"/>
              <a:gd name="connsiteX3" fmla="*/ 2052230 w 4138206"/>
              <a:gd name="connsiteY3" fmla="*/ 128587 h 4391025"/>
              <a:gd name="connsiteX4" fmla="*/ 2052230 w 4138206"/>
              <a:gd name="connsiteY4" fmla="*/ 2081212 h 4391025"/>
              <a:gd name="connsiteX5" fmla="*/ 4138206 w 4138206"/>
              <a:gd name="connsiteY5" fmla="*/ 2081212 h 4391025"/>
              <a:gd name="connsiteX6" fmla="*/ 4138206 w 4138206"/>
              <a:gd name="connsiteY6" fmla="*/ 4391025 h 4391025"/>
              <a:gd name="connsiteX7" fmla="*/ 0 w 4138206"/>
              <a:gd name="connsiteY7" fmla="*/ 4391025 h 439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38206" h="4391025">
                <a:moveTo>
                  <a:pt x="0" y="0"/>
                </a:moveTo>
                <a:lnTo>
                  <a:pt x="4138206" y="0"/>
                </a:lnTo>
                <a:lnTo>
                  <a:pt x="4138206" y="128587"/>
                </a:lnTo>
                <a:lnTo>
                  <a:pt x="2052230" y="128587"/>
                </a:lnTo>
                <a:lnTo>
                  <a:pt x="2052230" y="2081212"/>
                </a:lnTo>
                <a:lnTo>
                  <a:pt x="4138206" y="2081212"/>
                </a:lnTo>
                <a:lnTo>
                  <a:pt x="4138206" y="4391025"/>
                </a:lnTo>
                <a:lnTo>
                  <a:pt x="0" y="4391025"/>
                </a:lnTo>
                <a:close/>
              </a:path>
            </a:pathLst>
          </a:custGeom>
        </p:spPr>
      </p:pic>
      <p:cxnSp>
        <p:nvCxnSpPr>
          <p:cNvPr id="13" name="直接连接符 12"/>
          <p:cNvCxnSpPr/>
          <p:nvPr/>
        </p:nvCxnSpPr>
        <p:spPr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D3B86D1-E79E-9F36-C7AA-422410A9E134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7611767"/>
              </p:ext>
            </p:extLst>
          </p:nvPr>
        </p:nvGraphicFramePr>
        <p:xfrm>
          <a:off x="1871255" y="255270"/>
          <a:ext cx="7743825" cy="1828800"/>
        </p:xfrm>
        <a:graphic>
          <a:graphicData uri="http://schemas.openxmlformats.org/drawingml/2006/table">
            <a:tbl>
              <a:tblPr firstCol="1" bandCol="1">
                <a:tableStyleId>{B336826C-F471-4F4D-A487-091D767684D0}</a:tableStyleId>
              </a:tblPr>
              <a:tblGrid>
                <a:gridCol w="1265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5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5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5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5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6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/>
                        <a:t>姓名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第</a:t>
                      </a:r>
                      <a:r>
                        <a:rPr lang="en-US" altLang="zh-CN" sz="2400"/>
                        <a:t>1</a:t>
                      </a:r>
                      <a:r>
                        <a:rPr lang="zh-CN" altLang="en-US" sz="2400"/>
                        <a:t>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第</a:t>
                      </a:r>
                      <a:r>
                        <a:rPr lang="en-US" altLang="zh-CN" sz="2400"/>
                        <a:t>2</a:t>
                      </a:r>
                      <a:r>
                        <a:rPr lang="zh-CN" altLang="en-US" sz="2400"/>
                        <a:t>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第</a:t>
                      </a:r>
                      <a:r>
                        <a:rPr lang="en-US" altLang="zh-CN" sz="2400"/>
                        <a:t>3</a:t>
                      </a:r>
                      <a:r>
                        <a:rPr lang="zh-CN" altLang="en-US" sz="2400"/>
                        <a:t>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第四次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最终成绩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小明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小红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/>
                        <a:t>小兰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3A41ABE-F940-1AEB-DF08-D1E1F46EB117}"/>
              </a:ext>
            </a:extLst>
          </p:cNvPr>
          <p:cNvSpPr txBox="1"/>
          <p:nvPr/>
        </p:nvSpPr>
        <p:spPr>
          <a:xfrm>
            <a:off x="6798519" y="6050137"/>
            <a:ext cx="5676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楷体" panose="02010609060101010101" pitchFamily="49" charset="-122"/>
                <a:ea typeface="楷体" panose="02010609060101010101" pitchFamily="49" charset="-122"/>
              </a:rPr>
              <a:t>序号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D698FB-E510-4E25-2037-FFF96754F2C5}"/>
              </a:ext>
            </a:extLst>
          </p:cNvPr>
          <p:cNvSpPr txBox="1"/>
          <p:nvPr/>
        </p:nvSpPr>
        <p:spPr>
          <a:xfrm>
            <a:off x="6444080" y="2547355"/>
            <a:ext cx="11518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楷体" panose="02010609060101010101" pitchFamily="49" charset="-122"/>
                <a:ea typeface="楷体" panose="02010609060101010101" pitchFamily="49" charset="-122"/>
              </a:rPr>
              <a:t>数量（个）</a:t>
            </a:r>
          </a:p>
        </p:txBody>
      </p:sp>
      <p:cxnSp>
        <p:nvCxnSpPr>
          <p:cNvPr id="8" name="直接箭头连接符 50">
            <a:extLst>
              <a:ext uri="{FF2B5EF4-FFF2-40B4-BE49-F238E27FC236}">
                <a16:creationId xmlns:a16="http://schemas.microsoft.com/office/drawing/2014/main" id="{7AF08FC9-5BC0-3795-B34A-52FC2E79858A}"/>
              </a:ext>
            </a:extLst>
          </p:cNvPr>
          <p:cNvCxnSpPr>
            <a:cxnSpLocks/>
          </p:cNvCxnSpPr>
          <p:nvPr/>
        </p:nvCxnSpPr>
        <p:spPr>
          <a:xfrm flipV="1">
            <a:off x="3053289" y="2649419"/>
            <a:ext cx="2362" cy="35810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51">
            <a:extLst>
              <a:ext uri="{FF2B5EF4-FFF2-40B4-BE49-F238E27FC236}">
                <a16:creationId xmlns:a16="http://schemas.microsoft.com/office/drawing/2014/main" id="{581AFCE1-1F63-421F-23D4-51B8874A93AD}"/>
              </a:ext>
            </a:extLst>
          </p:cNvPr>
          <p:cNvCxnSpPr>
            <a:cxnSpLocks/>
          </p:cNvCxnSpPr>
          <p:nvPr/>
        </p:nvCxnSpPr>
        <p:spPr>
          <a:xfrm flipV="1">
            <a:off x="3062179" y="6218377"/>
            <a:ext cx="3736340" cy="146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3D9701A0-1321-CB33-D9E5-79FE21DABD81}"/>
              </a:ext>
            </a:extLst>
          </p:cNvPr>
          <p:cNvSpPr txBox="1"/>
          <p:nvPr/>
        </p:nvSpPr>
        <p:spPr>
          <a:xfrm>
            <a:off x="2827027" y="6091466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9BC25F-A7C9-2B48-81D7-FAECAC7A0E96}"/>
              </a:ext>
            </a:extLst>
          </p:cNvPr>
          <p:cNvSpPr txBox="1"/>
          <p:nvPr/>
        </p:nvSpPr>
        <p:spPr>
          <a:xfrm>
            <a:off x="2816434" y="5745630"/>
            <a:ext cx="480695" cy="316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B94F55-3F8B-49D8-DC04-30DB5E02744C}"/>
              </a:ext>
            </a:extLst>
          </p:cNvPr>
          <p:cNvSpPr txBox="1"/>
          <p:nvPr/>
        </p:nvSpPr>
        <p:spPr>
          <a:xfrm>
            <a:off x="2813259" y="5410301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01438C0-64CC-3CE4-A7AF-4CADDFD51D77}"/>
              </a:ext>
            </a:extLst>
          </p:cNvPr>
          <p:cNvSpPr txBox="1"/>
          <p:nvPr/>
        </p:nvSpPr>
        <p:spPr>
          <a:xfrm>
            <a:off x="2813894" y="5093338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0B3C8A7-1CF1-C356-7720-AE9A5BF00294}"/>
              </a:ext>
            </a:extLst>
          </p:cNvPr>
          <p:cNvSpPr txBox="1"/>
          <p:nvPr/>
        </p:nvSpPr>
        <p:spPr>
          <a:xfrm>
            <a:off x="2811354" y="4778280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14A542D-A5B9-4B26-901A-187B09D061BC}"/>
              </a:ext>
            </a:extLst>
          </p:cNvPr>
          <p:cNvSpPr txBox="1"/>
          <p:nvPr/>
        </p:nvSpPr>
        <p:spPr>
          <a:xfrm>
            <a:off x="2806274" y="4476557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1DB26F9-AE5A-69E8-B83C-434927A890E8}"/>
              </a:ext>
            </a:extLst>
          </p:cNvPr>
          <p:cNvSpPr txBox="1"/>
          <p:nvPr/>
        </p:nvSpPr>
        <p:spPr>
          <a:xfrm>
            <a:off x="2803734" y="4165211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7D5DD6C-CFAD-B995-2397-FE6A12F1500F}"/>
              </a:ext>
            </a:extLst>
          </p:cNvPr>
          <p:cNvSpPr txBox="1"/>
          <p:nvPr/>
        </p:nvSpPr>
        <p:spPr>
          <a:xfrm>
            <a:off x="2811989" y="3860313"/>
            <a:ext cx="480695" cy="335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5230850-AD28-8B63-44B0-052E387A3FBE}"/>
              </a:ext>
            </a:extLst>
          </p:cNvPr>
          <p:cNvSpPr txBox="1"/>
          <p:nvPr/>
        </p:nvSpPr>
        <p:spPr>
          <a:xfrm>
            <a:off x="2809449" y="3520588"/>
            <a:ext cx="4648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FB15EC3-3347-54B4-5C33-5687966405A2}"/>
              </a:ext>
            </a:extLst>
          </p:cNvPr>
          <p:cNvSpPr txBox="1"/>
          <p:nvPr/>
        </p:nvSpPr>
        <p:spPr>
          <a:xfrm>
            <a:off x="2813894" y="3190339"/>
            <a:ext cx="470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EE7E2A5-3E44-3127-0E15-DA3EC3D66708}"/>
              </a:ext>
            </a:extLst>
          </p:cNvPr>
          <p:cNvSpPr txBox="1"/>
          <p:nvPr/>
        </p:nvSpPr>
        <p:spPr>
          <a:xfrm>
            <a:off x="2735154" y="2901902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4B45676-4F04-7D99-058E-A3A016FF73FF}"/>
              </a:ext>
            </a:extLst>
          </p:cNvPr>
          <p:cNvSpPr txBox="1"/>
          <p:nvPr/>
        </p:nvSpPr>
        <p:spPr>
          <a:xfrm>
            <a:off x="3471803" y="3988562"/>
            <a:ext cx="371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8CEBAA3-A300-53FE-5820-EDD25482BFF3}"/>
              </a:ext>
            </a:extLst>
          </p:cNvPr>
          <p:cNvSpPr txBox="1"/>
          <p:nvPr/>
        </p:nvSpPr>
        <p:spPr>
          <a:xfrm>
            <a:off x="4220956" y="3050180"/>
            <a:ext cx="371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C83105C-E5B3-96DC-F33C-994BC512F838}"/>
              </a:ext>
            </a:extLst>
          </p:cNvPr>
          <p:cNvSpPr txBox="1"/>
          <p:nvPr/>
        </p:nvSpPr>
        <p:spPr>
          <a:xfrm>
            <a:off x="4999459" y="4628316"/>
            <a:ext cx="37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8FC328E-97D6-5D09-8BD4-03B5FD354C71}"/>
              </a:ext>
            </a:extLst>
          </p:cNvPr>
          <p:cNvSpPr txBox="1"/>
          <p:nvPr/>
        </p:nvSpPr>
        <p:spPr>
          <a:xfrm>
            <a:off x="5761455" y="4276627"/>
            <a:ext cx="37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A8CD437F-D0F9-0CCC-EB2E-4F037D38F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5412" y="4310739"/>
            <a:ext cx="396674" cy="1919738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06668056-9467-1BB8-9222-44C96DB75B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9045" y="4337081"/>
            <a:ext cx="396674" cy="1880786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A362C729-6008-0933-04D5-48435AF761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0952" y="4918245"/>
            <a:ext cx="396674" cy="1299621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A1BE7773-A9E7-BC2C-B3B5-1C2DDD4AAF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3724" y="4626647"/>
            <a:ext cx="396674" cy="1603830"/>
          </a:xfrm>
          <a:prstGeom prst="rect">
            <a:avLst/>
          </a:prstGeom>
        </p:spPr>
      </p:pic>
      <p:grpSp>
        <p:nvGrpSpPr>
          <p:cNvPr id="36" name="组合 35">
            <a:extLst>
              <a:ext uri="{FF2B5EF4-FFF2-40B4-BE49-F238E27FC236}">
                <a16:creationId xmlns:a16="http://schemas.microsoft.com/office/drawing/2014/main" id="{AB037ED8-DD1A-2CD0-BBD9-1C27483C4469}"/>
              </a:ext>
            </a:extLst>
          </p:cNvPr>
          <p:cNvGrpSpPr/>
          <p:nvPr/>
        </p:nvGrpSpPr>
        <p:grpSpPr>
          <a:xfrm>
            <a:off x="3080686" y="4691328"/>
            <a:ext cx="5432425" cy="523240"/>
            <a:chOff x="7193" y="3484"/>
            <a:chExt cx="8122" cy="824"/>
          </a:xfrm>
        </p:grpSpPr>
        <p:cxnSp>
          <p:nvCxnSpPr>
            <p:cNvPr id="37" name="直接连接符 12">
              <a:extLst>
                <a:ext uri="{FF2B5EF4-FFF2-40B4-BE49-F238E27FC236}">
                  <a16:creationId xmlns:a16="http://schemas.microsoft.com/office/drawing/2014/main" id="{D9240760-CC94-CBFC-CD96-6B4E1E821366}"/>
                </a:ext>
              </a:extLst>
            </p:cNvPr>
            <p:cNvCxnSpPr>
              <a:endCxn id="38" idx="1"/>
            </p:cNvCxnSpPr>
            <p:nvPr/>
          </p:nvCxnSpPr>
          <p:spPr>
            <a:xfrm>
              <a:off x="7193" y="3896"/>
              <a:ext cx="5568" cy="0"/>
            </a:xfrm>
            <a:prstGeom prst="line">
              <a:avLst/>
            </a:prstGeom>
            <a:ln w="571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F5682E99-3696-1B9B-4768-54A3E21C72E3}"/>
                </a:ext>
              </a:extLst>
            </p:cNvPr>
            <p:cNvSpPr txBox="1"/>
            <p:nvPr/>
          </p:nvSpPr>
          <p:spPr>
            <a:xfrm>
              <a:off x="12761" y="3484"/>
              <a:ext cx="2554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最小数</a:t>
              </a:r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6D31B73F-6D85-62E9-0D92-7739E1CC11E0}"/>
              </a:ext>
            </a:extLst>
          </p:cNvPr>
          <p:cNvGrpSpPr/>
          <p:nvPr/>
        </p:nvGrpSpPr>
        <p:grpSpPr>
          <a:xfrm>
            <a:off x="3041859" y="3071653"/>
            <a:ext cx="5432425" cy="523240"/>
            <a:chOff x="7193" y="3484"/>
            <a:chExt cx="8122" cy="824"/>
          </a:xfrm>
        </p:grpSpPr>
        <p:cxnSp>
          <p:nvCxnSpPr>
            <p:cNvPr id="31" name="直接连接符 12">
              <a:extLst>
                <a:ext uri="{FF2B5EF4-FFF2-40B4-BE49-F238E27FC236}">
                  <a16:creationId xmlns:a16="http://schemas.microsoft.com/office/drawing/2014/main" id="{947B4284-CACB-6E45-DACD-0405B1DD398A}"/>
                </a:ext>
              </a:extLst>
            </p:cNvPr>
            <p:cNvCxnSpPr>
              <a:endCxn id="32" idx="1"/>
            </p:cNvCxnSpPr>
            <p:nvPr/>
          </p:nvCxnSpPr>
          <p:spPr>
            <a:xfrm>
              <a:off x="7193" y="3896"/>
              <a:ext cx="5568" cy="0"/>
            </a:xfrm>
            <a:prstGeom prst="line">
              <a:avLst/>
            </a:prstGeom>
            <a:ln w="571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C17F77B5-819E-EEA5-368E-AE0A2603B52C}"/>
                </a:ext>
              </a:extLst>
            </p:cNvPr>
            <p:cNvSpPr txBox="1"/>
            <p:nvPr/>
          </p:nvSpPr>
          <p:spPr>
            <a:xfrm>
              <a:off x="12761" y="3484"/>
              <a:ext cx="2554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最大数</a:t>
              </a:r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 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13F32AF-7D91-069B-5E1D-D91D9013919D}"/>
              </a:ext>
            </a:extLst>
          </p:cNvPr>
          <p:cNvGrpSpPr/>
          <p:nvPr/>
        </p:nvGrpSpPr>
        <p:grpSpPr>
          <a:xfrm>
            <a:off x="3062179" y="4050418"/>
            <a:ext cx="5432425" cy="521970"/>
            <a:chOff x="7193" y="3484"/>
            <a:chExt cx="8122" cy="822"/>
          </a:xfrm>
        </p:grpSpPr>
        <p:cxnSp>
          <p:nvCxnSpPr>
            <p:cNvPr id="44" name="直接连接符 12">
              <a:extLst>
                <a:ext uri="{FF2B5EF4-FFF2-40B4-BE49-F238E27FC236}">
                  <a16:creationId xmlns:a16="http://schemas.microsoft.com/office/drawing/2014/main" id="{AF90750C-B6A9-3AC8-0A18-E10C570415F7}"/>
                </a:ext>
              </a:extLst>
            </p:cNvPr>
            <p:cNvCxnSpPr>
              <a:endCxn id="45" idx="1"/>
            </p:cNvCxnSpPr>
            <p:nvPr/>
          </p:nvCxnSpPr>
          <p:spPr>
            <a:xfrm flipV="1">
              <a:off x="7193" y="3895"/>
              <a:ext cx="5568" cy="1"/>
            </a:xfrm>
            <a:prstGeom prst="line">
              <a:avLst/>
            </a:prstGeom>
            <a:ln w="571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8941CEBC-F9F1-C4DA-A456-944EFB92E6F9}"/>
                </a:ext>
              </a:extLst>
            </p:cNvPr>
            <p:cNvSpPr txBox="1"/>
            <p:nvPr/>
          </p:nvSpPr>
          <p:spPr>
            <a:xfrm>
              <a:off x="12761" y="3484"/>
              <a:ext cx="255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平均数</a:t>
              </a:r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6 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</p:grpSp>
      <p:pic>
        <p:nvPicPr>
          <p:cNvPr id="46" name="图片 45">
            <a:extLst>
              <a:ext uri="{FF2B5EF4-FFF2-40B4-BE49-F238E27FC236}">
                <a16:creationId xmlns:a16="http://schemas.microsoft.com/office/drawing/2014/main" id="{C90E335E-141D-0048-D1F7-68D46BCD7A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8181" y="3985005"/>
            <a:ext cx="404249" cy="356371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A727F325-D3E1-CE5B-DD94-D4280CEF24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5757" y="3344504"/>
            <a:ext cx="396674" cy="6440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00116 C 0.01354 -0.01366 0.02734 -0.02824 0.0358 -0.02384 C 0.0444 -0.01898 0.04674 0.00278 0.05117 0.02963 C 0.0556 0.05671 0.05976 0.11991 0.06263 0.13843 " pathEditMode="relative" rAng="0" ptsTypes="AAAA">
                                      <p:cBhvr>
                                        <p:cTn id="15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5" y="5556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0.00023 C 0.01276 -0.00833 0.025 -0.01666 0.0457 -0.00879 C 0.0664 -0.00069 0.11093 0.03797 0.12461 0.04769 " pathEditMode="relative" ptsTypes="AAA">
                                      <p:cBhvr>
                                        <p:cTn id="17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allAtOnce"/>
      <p:bldP spid="27" grpId="0" build="allAtOnce"/>
      <p:bldP spid="35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图片包含 游戏机, 钟表, 仪表&#10;&#10;描述已自动生成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4" t="40998"/>
          <a:stretch>
            <a:fillRect/>
          </a:stretch>
        </p:blipFill>
        <p:spPr>
          <a:xfrm>
            <a:off x="10487025" y="5543346"/>
            <a:ext cx="2242643" cy="1314653"/>
          </a:xfrm>
          <a:custGeom>
            <a:avLst/>
            <a:gdLst>
              <a:gd name="connsiteX0" fmla="*/ 0 w 4419600"/>
              <a:gd name="connsiteY0" fmla="*/ 0 h 2590800"/>
              <a:gd name="connsiteX1" fmla="*/ 4419600 w 4419600"/>
              <a:gd name="connsiteY1" fmla="*/ 0 h 2590800"/>
              <a:gd name="connsiteX2" fmla="*/ 4419600 w 4419600"/>
              <a:gd name="connsiteY2" fmla="*/ 2590800 h 2590800"/>
              <a:gd name="connsiteX3" fmla="*/ 0 w 4419600"/>
              <a:gd name="connsiteY3" fmla="*/ 2590800 h 259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19600" h="2590800">
                <a:moveTo>
                  <a:pt x="0" y="0"/>
                </a:moveTo>
                <a:lnTo>
                  <a:pt x="4419600" y="0"/>
                </a:lnTo>
                <a:lnTo>
                  <a:pt x="4419600" y="2590800"/>
                </a:lnTo>
                <a:lnTo>
                  <a:pt x="0" y="2590800"/>
                </a:lnTo>
                <a:close/>
              </a:path>
            </a:pathLst>
          </a:custGeom>
        </p:spPr>
      </p:pic>
      <p:pic>
        <p:nvPicPr>
          <p:cNvPr id="10" name="图片 9" descr="图片包含 游戏机, 钟表, 仪表&#10;&#10;描述已自动生成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51" r="62477" b="55965"/>
          <a:stretch>
            <a:fillRect/>
          </a:stretch>
        </p:blipFill>
        <p:spPr>
          <a:xfrm>
            <a:off x="-152400" y="-171450"/>
            <a:ext cx="1829926" cy="1485900"/>
          </a:xfrm>
          <a:custGeom>
            <a:avLst/>
            <a:gdLst>
              <a:gd name="connsiteX0" fmla="*/ 0 w 2381250"/>
              <a:gd name="connsiteY0" fmla="*/ 0 h 1933575"/>
              <a:gd name="connsiteX1" fmla="*/ 2381250 w 2381250"/>
              <a:gd name="connsiteY1" fmla="*/ 0 h 1933575"/>
              <a:gd name="connsiteX2" fmla="*/ 2381250 w 2381250"/>
              <a:gd name="connsiteY2" fmla="*/ 1933575 h 1933575"/>
              <a:gd name="connsiteX3" fmla="*/ 0 w 2381250"/>
              <a:gd name="connsiteY3" fmla="*/ 1933575 h 193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250" h="1933575">
                <a:moveTo>
                  <a:pt x="0" y="0"/>
                </a:moveTo>
                <a:lnTo>
                  <a:pt x="2381250" y="0"/>
                </a:lnTo>
                <a:lnTo>
                  <a:pt x="2381250" y="1933575"/>
                </a:lnTo>
                <a:lnTo>
                  <a:pt x="0" y="1933575"/>
                </a:lnTo>
                <a:close/>
              </a:path>
            </a:pathLst>
          </a:custGeom>
        </p:spPr>
      </p:pic>
      <p:pic>
        <p:nvPicPr>
          <p:cNvPr id="14" name="图片 13" descr="图片包含 游戏机, 钟表, 仪表&#10;&#10;描述已自动生成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41"/>
          <a:stretch>
            <a:fillRect/>
          </a:stretch>
        </p:blipFill>
        <p:spPr>
          <a:xfrm>
            <a:off x="-228600" y="4629857"/>
            <a:ext cx="2099855" cy="2228143"/>
          </a:xfrm>
          <a:custGeom>
            <a:avLst/>
            <a:gdLst>
              <a:gd name="connsiteX0" fmla="*/ 0 w 4138206"/>
              <a:gd name="connsiteY0" fmla="*/ 0 h 4391025"/>
              <a:gd name="connsiteX1" fmla="*/ 4138206 w 4138206"/>
              <a:gd name="connsiteY1" fmla="*/ 0 h 4391025"/>
              <a:gd name="connsiteX2" fmla="*/ 4138206 w 4138206"/>
              <a:gd name="connsiteY2" fmla="*/ 128587 h 4391025"/>
              <a:gd name="connsiteX3" fmla="*/ 2052230 w 4138206"/>
              <a:gd name="connsiteY3" fmla="*/ 128587 h 4391025"/>
              <a:gd name="connsiteX4" fmla="*/ 2052230 w 4138206"/>
              <a:gd name="connsiteY4" fmla="*/ 2081212 h 4391025"/>
              <a:gd name="connsiteX5" fmla="*/ 4138206 w 4138206"/>
              <a:gd name="connsiteY5" fmla="*/ 2081212 h 4391025"/>
              <a:gd name="connsiteX6" fmla="*/ 4138206 w 4138206"/>
              <a:gd name="connsiteY6" fmla="*/ 4391025 h 4391025"/>
              <a:gd name="connsiteX7" fmla="*/ 0 w 4138206"/>
              <a:gd name="connsiteY7" fmla="*/ 4391025 h 439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38206" h="4391025">
                <a:moveTo>
                  <a:pt x="0" y="0"/>
                </a:moveTo>
                <a:lnTo>
                  <a:pt x="4138206" y="0"/>
                </a:lnTo>
                <a:lnTo>
                  <a:pt x="4138206" y="128587"/>
                </a:lnTo>
                <a:lnTo>
                  <a:pt x="2052230" y="128587"/>
                </a:lnTo>
                <a:lnTo>
                  <a:pt x="2052230" y="2081212"/>
                </a:lnTo>
                <a:lnTo>
                  <a:pt x="4138206" y="2081212"/>
                </a:lnTo>
                <a:lnTo>
                  <a:pt x="4138206" y="4391025"/>
                </a:lnTo>
                <a:lnTo>
                  <a:pt x="0" y="4391025"/>
                </a:lnTo>
                <a:close/>
              </a:path>
            </a:pathLst>
          </a:custGeom>
        </p:spPr>
      </p:pic>
      <p:cxnSp>
        <p:nvCxnSpPr>
          <p:cNvPr id="13" name="直接连接符 12"/>
          <p:cNvCxnSpPr/>
          <p:nvPr/>
        </p:nvCxnSpPr>
        <p:spPr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B5FB773-C95D-E597-13D5-2090B1BDF0A5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5845690"/>
              </p:ext>
            </p:extLst>
          </p:nvPr>
        </p:nvGraphicFramePr>
        <p:xfrm>
          <a:off x="1871255" y="255270"/>
          <a:ext cx="7743825" cy="1828800"/>
        </p:xfrm>
        <a:graphic>
          <a:graphicData uri="http://schemas.openxmlformats.org/drawingml/2006/table">
            <a:tbl>
              <a:tblPr firstCol="1" bandCol="1">
                <a:tableStyleId>{B336826C-F471-4F4D-A487-091D767684D0}</a:tableStyleId>
              </a:tblPr>
              <a:tblGrid>
                <a:gridCol w="1265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5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5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5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5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6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/>
                        <a:t>姓名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第</a:t>
                      </a:r>
                      <a:r>
                        <a:rPr lang="en-US" altLang="zh-CN" sz="2400"/>
                        <a:t>1</a:t>
                      </a:r>
                      <a:r>
                        <a:rPr lang="zh-CN" altLang="en-US" sz="2400"/>
                        <a:t>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第</a:t>
                      </a:r>
                      <a:r>
                        <a:rPr lang="en-US" altLang="zh-CN" sz="2400"/>
                        <a:t>2</a:t>
                      </a:r>
                      <a:r>
                        <a:rPr lang="zh-CN" altLang="en-US" sz="2400"/>
                        <a:t>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第</a:t>
                      </a:r>
                      <a:r>
                        <a:rPr lang="en-US" altLang="zh-CN" sz="2400"/>
                        <a:t>3</a:t>
                      </a:r>
                      <a:r>
                        <a:rPr lang="zh-CN" altLang="en-US" sz="2400"/>
                        <a:t>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第四次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最终成绩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小明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小红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/>
                        <a:t>小兰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2BD68AF-E8E8-E77A-6CD6-69C8BE431F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987646"/>
              </p:ext>
            </p:extLst>
          </p:nvPr>
        </p:nvGraphicFramePr>
        <p:xfrm>
          <a:off x="3055651" y="3042357"/>
          <a:ext cx="3429000" cy="317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18713402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10557093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5182241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11328608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45858002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27875499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93720288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93889847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12266777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40152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76113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81288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74255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14937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24958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06661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97672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6644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>
                          <a:effectLst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582567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5376403E-7885-E0B9-CE5F-B9AB5461F9C5}"/>
              </a:ext>
            </a:extLst>
          </p:cNvPr>
          <p:cNvSpPr txBox="1"/>
          <p:nvPr/>
        </p:nvSpPr>
        <p:spPr>
          <a:xfrm>
            <a:off x="6798519" y="6050137"/>
            <a:ext cx="5676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楷体" panose="02010609060101010101" pitchFamily="49" charset="-122"/>
                <a:ea typeface="楷体" panose="02010609060101010101" pitchFamily="49" charset="-122"/>
              </a:rPr>
              <a:t>序号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16AA59-5013-262B-2B60-1C4C8DE4BFA0}"/>
              </a:ext>
            </a:extLst>
          </p:cNvPr>
          <p:cNvSpPr txBox="1"/>
          <p:nvPr/>
        </p:nvSpPr>
        <p:spPr>
          <a:xfrm>
            <a:off x="6444080" y="2547355"/>
            <a:ext cx="11518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楷体" panose="02010609060101010101" pitchFamily="49" charset="-122"/>
                <a:ea typeface="楷体" panose="02010609060101010101" pitchFamily="49" charset="-122"/>
              </a:rPr>
              <a:t>数量（个）</a:t>
            </a:r>
          </a:p>
        </p:txBody>
      </p:sp>
      <p:cxnSp>
        <p:nvCxnSpPr>
          <p:cNvPr id="11" name="直接箭头连接符 50">
            <a:extLst>
              <a:ext uri="{FF2B5EF4-FFF2-40B4-BE49-F238E27FC236}">
                <a16:creationId xmlns:a16="http://schemas.microsoft.com/office/drawing/2014/main" id="{957633C5-ADAF-CA30-ECE2-8C73CEA9C064}"/>
              </a:ext>
            </a:extLst>
          </p:cNvPr>
          <p:cNvCxnSpPr>
            <a:cxnSpLocks/>
          </p:cNvCxnSpPr>
          <p:nvPr/>
        </p:nvCxnSpPr>
        <p:spPr>
          <a:xfrm flipV="1">
            <a:off x="3053289" y="2649419"/>
            <a:ext cx="2362" cy="35810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51">
            <a:extLst>
              <a:ext uri="{FF2B5EF4-FFF2-40B4-BE49-F238E27FC236}">
                <a16:creationId xmlns:a16="http://schemas.microsoft.com/office/drawing/2014/main" id="{ADCC3D9C-B03D-1D31-D047-7A38AF49BC68}"/>
              </a:ext>
            </a:extLst>
          </p:cNvPr>
          <p:cNvCxnSpPr>
            <a:cxnSpLocks/>
          </p:cNvCxnSpPr>
          <p:nvPr/>
        </p:nvCxnSpPr>
        <p:spPr>
          <a:xfrm flipV="1">
            <a:off x="3062179" y="6218377"/>
            <a:ext cx="3736340" cy="146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A851EBD-9869-6D17-D8CC-7E8DE8CAC014}"/>
              </a:ext>
            </a:extLst>
          </p:cNvPr>
          <p:cNvSpPr txBox="1"/>
          <p:nvPr/>
        </p:nvSpPr>
        <p:spPr>
          <a:xfrm>
            <a:off x="2827027" y="6091466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A438225-E531-C4AF-EA42-99264E1F37CA}"/>
              </a:ext>
            </a:extLst>
          </p:cNvPr>
          <p:cNvSpPr txBox="1"/>
          <p:nvPr/>
        </p:nvSpPr>
        <p:spPr>
          <a:xfrm>
            <a:off x="2816434" y="5745630"/>
            <a:ext cx="480695" cy="316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66FA047-405F-FE48-6A13-56163A60F57A}"/>
              </a:ext>
            </a:extLst>
          </p:cNvPr>
          <p:cNvSpPr txBox="1"/>
          <p:nvPr/>
        </p:nvSpPr>
        <p:spPr>
          <a:xfrm>
            <a:off x="2813259" y="5410301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D8A999F-F881-7794-19BA-4E449C0BAFCB}"/>
              </a:ext>
            </a:extLst>
          </p:cNvPr>
          <p:cNvSpPr txBox="1"/>
          <p:nvPr/>
        </p:nvSpPr>
        <p:spPr>
          <a:xfrm>
            <a:off x="2813894" y="5093338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AD26F52-5972-D1D6-FC2B-9447CBFC8689}"/>
              </a:ext>
            </a:extLst>
          </p:cNvPr>
          <p:cNvSpPr txBox="1"/>
          <p:nvPr/>
        </p:nvSpPr>
        <p:spPr>
          <a:xfrm>
            <a:off x="2811354" y="4778280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D6FB66A-2EAA-C67B-129C-74E3DE1C59D4}"/>
              </a:ext>
            </a:extLst>
          </p:cNvPr>
          <p:cNvSpPr txBox="1"/>
          <p:nvPr/>
        </p:nvSpPr>
        <p:spPr>
          <a:xfrm>
            <a:off x="2806274" y="4476557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B86628-9C92-F5ED-6E56-69D51A06A913}"/>
              </a:ext>
            </a:extLst>
          </p:cNvPr>
          <p:cNvSpPr txBox="1"/>
          <p:nvPr/>
        </p:nvSpPr>
        <p:spPr>
          <a:xfrm>
            <a:off x="2803734" y="4165211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94198A5-E0F7-C0FA-1279-AF23BFB607D5}"/>
              </a:ext>
            </a:extLst>
          </p:cNvPr>
          <p:cNvSpPr txBox="1"/>
          <p:nvPr/>
        </p:nvSpPr>
        <p:spPr>
          <a:xfrm>
            <a:off x="2811989" y="3860313"/>
            <a:ext cx="480695" cy="335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2C89DF0-8600-2B29-9AF9-920EF0BF8E6D}"/>
              </a:ext>
            </a:extLst>
          </p:cNvPr>
          <p:cNvSpPr txBox="1"/>
          <p:nvPr/>
        </p:nvSpPr>
        <p:spPr>
          <a:xfrm>
            <a:off x="2809449" y="3520588"/>
            <a:ext cx="4648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DB8E83C-8782-FADD-A3E6-DC71F8309EBA}"/>
              </a:ext>
            </a:extLst>
          </p:cNvPr>
          <p:cNvSpPr txBox="1"/>
          <p:nvPr/>
        </p:nvSpPr>
        <p:spPr>
          <a:xfrm>
            <a:off x="2813894" y="3190339"/>
            <a:ext cx="470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CD4084F-4296-F51A-373D-C0F4AE6B9C0B}"/>
              </a:ext>
            </a:extLst>
          </p:cNvPr>
          <p:cNvSpPr txBox="1"/>
          <p:nvPr/>
        </p:nvSpPr>
        <p:spPr>
          <a:xfrm>
            <a:off x="2735154" y="2901902"/>
            <a:ext cx="480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81B68A2-4F13-0320-CB63-9749108B828C}"/>
              </a:ext>
            </a:extLst>
          </p:cNvPr>
          <p:cNvSpPr txBox="1"/>
          <p:nvPr/>
        </p:nvSpPr>
        <p:spPr>
          <a:xfrm>
            <a:off x="3471803" y="4621604"/>
            <a:ext cx="371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EE71F40-67C7-249F-2024-88CD0FBDF16A}"/>
              </a:ext>
            </a:extLst>
          </p:cNvPr>
          <p:cNvSpPr txBox="1"/>
          <p:nvPr/>
        </p:nvSpPr>
        <p:spPr>
          <a:xfrm>
            <a:off x="4220956" y="3308086"/>
            <a:ext cx="371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9E1B478-4643-EAF2-F6DD-603F11C856B6}"/>
              </a:ext>
            </a:extLst>
          </p:cNvPr>
          <p:cNvSpPr txBox="1"/>
          <p:nvPr/>
        </p:nvSpPr>
        <p:spPr>
          <a:xfrm>
            <a:off x="4999459" y="3948382"/>
            <a:ext cx="37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C35D498-9939-872B-76EC-114F8300BFC5}"/>
              </a:ext>
            </a:extLst>
          </p:cNvPr>
          <p:cNvSpPr txBox="1"/>
          <p:nvPr/>
        </p:nvSpPr>
        <p:spPr>
          <a:xfrm>
            <a:off x="5691117" y="2682288"/>
            <a:ext cx="522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92B2F4F1-A64D-5515-7E37-2FD5F7C39F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5412" y="4930855"/>
            <a:ext cx="396674" cy="1299622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52480779-DFBB-E160-BCFB-B4B4E66716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9045" y="3674559"/>
            <a:ext cx="396674" cy="2543308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EA0FD34D-FAF5-57C9-04D9-74239BAB1A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0952" y="4317715"/>
            <a:ext cx="396674" cy="1900152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E60CC0EB-BD5E-E896-F240-B47567EF3E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3724" y="3051620"/>
            <a:ext cx="396674" cy="3178857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D8691797-5444-6B82-018C-D9D5568BEB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3716" y="5567499"/>
            <a:ext cx="396674" cy="672491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DA08B08C-D799-1087-51CD-13D9797833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6450" y="4317714"/>
            <a:ext cx="396674" cy="1912763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15BFB1E1-E12B-D1DE-A969-EE8938DEBDBD}"/>
              </a:ext>
            </a:extLst>
          </p:cNvPr>
          <p:cNvSpPr txBox="1"/>
          <p:nvPr/>
        </p:nvSpPr>
        <p:spPr>
          <a:xfrm>
            <a:off x="5761530" y="5215377"/>
            <a:ext cx="37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8D5D172-ABAD-8ED4-92DE-A4602088EDEF}"/>
              </a:ext>
            </a:extLst>
          </p:cNvPr>
          <p:cNvSpPr txBox="1"/>
          <p:nvPr/>
        </p:nvSpPr>
        <p:spPr>
          <a:xfrm>
            <a:off x="5765843" y="3966663"/>
            <a:ext cx="37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4C54298-EFDB-8C42-A07E-B8A69357952D}"/>
              </a:ext>
            </a:extLst>
          </p:cNvPr>
          <p:cNvGrpSpPr/>
          <p:nvPr/>
        </p:nvGrpSpPr>
        <p:grpSpPr>
          <a:xfrm>
            <a:off x="3026954" y="3735316"/>
            <a:ext cx="5432425" cy="521970"/>
            <a:chOff x="7193" y="3484"/>
            <a:chExt cx="8122" cy="822"/>
          </a:xfrm>
        </p:grpSpPr>
        <p:cxnSp>
          <p:nvCxnSpPr>
            <p:cNvPr id="46" name="直接连接符 12">
              <a:extLst>
                <a:ext uri="{FF2B5EF4-FFF2-40B4-BE49-F238E27FC236}">
                  <a16:creationId xmlns:a16="http://schemas.microsoft.com/office/drawing/2014/main" id="{17D8C464-D6D1-C8C5-E6A2-D9DF1E6EDB69}"/>
                </a:ext>
              </a:extLst>
            </p:cNvPr>
            <p:cNvCxnSpPr>
              <a:endCxn id="47" idx="1"/>
            </p:cNvCxnSpPr>
            <p:nvPr/>
          </p:nvCxnSpPr>
          <p:spPr>
            <a:xfrm flipV="1">
              <a:off x="7193" y="3895"/>
              <a:ext cx="5568" cy="1"/>
            </a:xfrm>
            <a:prstGeom prst="line">
              <a:avLst/>
            </a:prstGeom>
            <a:ln w="571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8FA4264F-E364-FD98-93E1-C9FA0930235C}"/>
                </a:ext>
              </a:extLst>
            </p:cNvPr>
            <p:cNvSpPr txBox="1"/>
            <p:nvPr/>
          </p:nvSpPr>
          <p:spPr>
            <a:xfrm>
              <a:off x="12761" y="3484"/>
              <a:ext cx="255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平均数</a:t>
              </a:r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7 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D37552C-C29B-2E14-278C-58BB01CCB159}"/>
              </a:ext>
            </a:extLst>
          </p:cNvPr>
          <p:cNvGrpSpPr/>
          <p:nvPr/>
        </p:nvGrpSpPr>
        <p:grpSpPr>
          <a:xfrm>
            <a:off x="3026954" y="4379045"/>
            <a:ext cx="5432425" cy="521970"/>
            <a:chOff x="7193" y="3484"/>
            <a:chExt cx="8122" cy="822"/>
          </a:xfrm>
        </p:grpSpPr>
        <p:cxnSp>
          <p:nvCxnSpPr>
            <p:cNvPr id="52" name="直接连接符 12">
              <a:extLst>
                <a:ext uri="{FF2B5EF4-FFF2-40B4-BE49-F238E27FC236}">
                  <a16:creationId xmlns:a16="http://schemas.microsoft.com/office/drawing/2014/main" id="{682226A3-C181-58AE-7778-4948AE032AB1}"/>
                </a:ext>
              </a:extLst>
            </p:cNvPr>
            <p:cNvCxnSpPr>
              <a:endCxn id="53" idx="1"/>
            </p:cNvCxnSpPr>
            <p:nvPr/>
          </p:nvCxnSpPr>
          <p:spPr>
            <a:xfrm flipV="1">
              <a:off x="7193" y="3895"/>
              <a:ext cx="5568" cy="1"/>
            </a:xfrm>
            <a:prstGeom prst="line">
              <a:avLst/>
            </a:prstGeom>
            <a:ln w="571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8C5F3B8-DEF3-E8F5-B39A-EE5E45199623}"/>
                </a:ext>
              </a:extLst>
            </p:cNvPr>
            <p:cNvSpPr txBox="1"/>
            <p:nvPr/>
          </p:nvSpPr>
          <p:spPr>
            <a:xfrm>
              <a:off x="12761" y="3484"/>
              <a:ext cx="255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平均数</a:t>
              </a:r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5 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B783F41B-09C6-0A91-B7CD-7544EF84D6D5}"/>
              </a:ext>
            </a:extLst>
          </p:cNvPr>
          <p:cNvGrpSpPr/>
          <p:nvPr/>
        </p:nvGrpSpPr>
        <p:grpSpPr>
          <a:xfrm>
            <a:off x="3025715" y="4050234"/>
            <a:ext cx="5432425" cy="521970"/>
            <a:chOff x="7193" y="3484"/>
            <a:chExt cx="8122" cy="822"/>
          </a:xfrm>
        </p:grpSpPr>
        <p:cxnSp>
          <p:nvCxnSpPr>
            <p:cNvPr id="55" name="直接连接符 12">
              <a:extLst>
                <a:ext uri="{FF2B5EF4-FFF2-40B4-BE49-F238E27FC236}">
                  <a16:creationId xmlns:a16="http://schemas.microsoft.com/office/drawing/2014/main" id="{AC73A85C-E62B-4D2E-9E1D-4BB8A3316408}"/>
                </a:ext>
              </a:extLst>
            </p:cNvPr>
            <p:cNvCxnSpPr>
              <a:endCxn id="56" idx="1"/>
            </p:cNvCxnSpPr>
            <p:nvPr/>
          </p:nvCxnSpPr>
          <p:spPr>
            <a:xfrm flipV="1">
              <a:off x="7193" y="3895"/>
              <a:ext cx="5568" cy="1"/>
            </a:xfrm>
            <a:prstGeom prst="line">
              <a:avLst/>
            </a:prstGeom>
            <a:ln w="571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EFEC60A-2E0A-3585-220A-9C13E48725F9}"/>
                </a:ext>
              </a:extLst>
            </p:cNvPr>
            <p:cNvSpPr txBox="1"/>
            <p:nvPr/>
          </p:nvSpPr>
          <p:spPr>
            <a:xfrm>
              <a:off x="12761" y="3484"/>
              <a:ext cx="255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平均数</a:t>
              </a:r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rPr>
                <a:t>6 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0" grpId="1"/>
      <p:bldP spid="43" grpId="0"/>
      <p:bldP spid="43" grpId="1"/>
      <p:bldP spid="4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52696,50052704],&quot;8&quot;:[4610354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81*130"/>
  <p:tag name="TABLE_ENDDRAG_RECT" val="96*62*581*1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81*130"/>
  <p:tag name="TABLE_ENDDRAG_RECT" val="96*62*581*13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81*130"/>
  <p:tag name="TABLE_ENDDRAG_RECT" val="96*62*581*130"/>
</p:tagLst>
</file>

<file path=ppt/theme/theme1.xml><?xml version="1.0" encoding="utf-8"?>
<a:theme xmlns:a="http://schemas.openxmlformats.org/drawingml/2006/main" name="Office 主题​​">
  <a:themeElements>
    <a:clrScheme name="紫罗兰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E32D91"/>
      </a:accent1>
      <a:accent2>
        <a:srgbClr val="EEB5C7"/>
      </a:accent2>
      <a:accent3>
        <a:srgbClr val="4EA6DC"/>
      </a:accent3>
      <a:accent4>
        <a:srgbClr val="4775E7"/>
      </a:accent4>
      <a:accent5>
        <a:srgbClr val="8971E1"/>
      </a:accent5>
      <a:accent6>
        <a:srgbClr val="C830CC"/>
      </a:accent6>
      <a:hlink>
        <a:srgbClr val="0066FF"/>
      </a:hlink>
      <a:folHlink>
        <a:srgbClr val="666699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紫罗兰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E32D91"/>
      </a:accent1>
      <a:accent2>
        <a:srgbClr val="EEB5C7"/>
      </a:accent2>
      <a:accent3>
        <a:srgbClr val="4EA6DC"/>
      </a:accent3>
      <a:accent4>
        <a:srgbClr val="4775E7"/>
      </a:accent4>
      <a:accent5>
        <a:srgbClr val="8971E1"/>
      </a:accent5>
      <a:accent6>
        <a:srgbClr val="C830CC"/>
      </a:accent6>
      <a:hlink>
        <a:srgbClr val="0066FF"/>
      </a:hlink>
      <a:folHlink>
        <a:srgbClr val="666699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紫罗兰色 II">
    <a:dk1>
      <a:sysClr val="windowText" lastClr="000000"/>
    </a:dk1>
    <a:lt1>
      <a:sysClr val="window" lastClr="FFFFFF"/>
    </a:lt1>
    <a:dk2>
      <a:srgbClr val="632E62"/>
    </a:dk2>
    <a:lt2>
      <a:srgbClr val="EAE5EB"/>
    </a:lt2>
    <a:accent1>
      <a:srgbClr val="E32D91"/>
    </a:accent1>
    <a:accent2>
      <a:srgbClr val="EEB5C7"/>
    </a:accent2>
    <a:accent3>
      <a:srgbClr val="4EA6DC"/>
    </a:accent3>
    <a:accent4>
      <a:srgbClr val="4775E7"/>
    </a:accent4>
    <a:accent5>
      <a:srgbClr val="8971E1"/>
    </a:accent5>
    <a:accent6>
      <a:srgbClr val="C830CC"/>
    </a:accent6>
    <a:hlink>
      <a:srgbClr val="0066FF"/>
    </a:hlink>
    <a:folHlink>
      <a:srgbClr val="66669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450</Words>
  <Application>Microsoft Macintosh PowerPoint</Application>
  <PresentationFormat>宽屏</PresentationFormat>
  <Paragraphs>398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等线</vt:lpstr>
      <vt:lpstr>等线 Light</vt:lpstr>
      <vt:lpstr>楷体</vt:lpstr>
      <vt:lpstr>南宋书局体</vt:lpstr>
      <vt:lpstr>Arial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郑 林芝</dc:creator>
  <cp:lastModifiedBy>didi</cp:lastModifiedBy>
  <cp:revision>24</cp:revision>
  <dcterms:created xsi:type="dcterms:W3CDTF">2023-02-15T06:34:00Z</dcterms:created>
  <dcterms:modified xsi:type="dcterms:W3CDTF">2026-04-01T14:53:27Z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0BF2DE752D03483396144E4CC26DA8C9_13</vt:lpwstr>
  </property>
  <property fmtid="{D5CDD505-2E9C-101B-9397-08002B2CF9AE}" pid="3" name="KSOProductBuildVer">
    <vt:lpwstr>2052-12.1.0.25225</vt:lpwstr>
  </property>
</Properties>
</file>