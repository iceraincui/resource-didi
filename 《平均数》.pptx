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933" autoAdjust="0"/>
  </p:normalViewPr>
  <p:slideViewPr>
    <p:cSldViewPr snapToGrid="0" showGuides="1">
      <p:cViewPr>
        <p:scale>
          <a:sx n="120" d="100"/>
          <a:sy n="120" d="100"/>
        </p:scale>
        <p:origin x="144" y="360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17253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表格 32"/>
          <p:cNvGraphicFramePr>
            <a:graphicFrameLocks noGrp="1"/>
          </p:cNvGraphicFramePr>
          <p:nvPr/>
        </p:nvGraphicFramePr>
        <p:xfrm>
          <a:off x="3055651" y="3042357"/>
          <a:ext cx="34290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5412" y="4310739"/>
            <a:ext cx="396674" cy="1919738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9045" y="4337081"/>
            <a:ext cx="396674" cy="1880786"/>
          </a:xfrm>
          <a:prstGeom prst="rect">
            <a:avLst/>
          </a:prstGeom>
        </p:spPr>
      </p:pic>
      <p:pic>
        <p:nvPicPr>
          <p:cNvPr id="41" name="图片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952" y="4918245"/>
            <a:ext cx="396674" cy="1299621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3724" y="4626647"/>
            <a:ext cx="396674" cy="1603830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8181" y="3985005"/>
            <a:ext cx="404249" cy="356371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757" y="3344504"/>
            <a:ext cx="396674" cy="644057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cxnSp>
        <p:nvCxnSpPr>
          <p:cNvPr id="3" name="直接连接符 12">
            <a:extLst>
              <a:ext uri="{FF2B5EF4-FFF2-40B4-BE49-F238E27FC236}">
                <a16:creationId xmlns:a16="http://schemas.microsoft.com/office/drawing/2014/main" id="{494C3B72-8710-AAE0-046F-AC4F5D8C7296}"/>
              </a:ext>
            </a:extLst>
          </p:cNvPr>
          <p:cNvCxnSpPr>
            <a:cxnSpLocks/>
          </p:cNvCxnSpPr>
          <p:nvPr/>
        </p:nvCxnSpPr>
        <p:spPr>
          <a:xfrm>
            <a:off x="3055651" y="3360354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12">
            <a:extLst>
              <a:ext uri="{FF2B5EF4-FFF2-40B4-BE49-F238E27FC236}">
                <a16:creationId xmlns:a16="http://schemas.microsoft.com/office/drawing/2014/main" id="{B51CB7A9-D896-C5FF-8153-960BE69BD411}"/>
              </a:ext>
            </a:extLst>
          </p:cNvPr>
          <p:cNvCxnSpPr>
            <a:cxnSpLocks/>
          </p:cNvCxnSpPr>
          <p:nvPr/>
        </p:nvCxnSpPr>
        <p:spPr>
          <a:xfrm>
            <a:off x="3062179" y="4954210"/>
            <a:ext cx="3724174" cy="0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55651" y="4038152"/>
            <a:ext cx="5432425" cy="521970"/>
            <a:chOff x="7193" y="3484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971B919F-8622-AFCD-68B1-FD05D586810B}"/>
              </a:ext>
            </a:extLst>
          </p:cNvPr>
          <p:cNvSpPr txBox="1"/>
          <p:nvPr/>
        </p:nvSpPr>
        <p:spPr>
          <a:xfrm>
            <a:off x="6786353" y="3080581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最大数</a:t>
            </a:r>
            <a:r>
              <a:rPr lang="en-US" altLang="zh-CN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  <a:endParaRPr lang="zh-CN" altLang="en-US" sz="2800" dirty="0">
              <a:ln w="0"/>
              <a:solidFill>
                <a:srgbClr val="FF000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4D4E040-26AE-6703-B660-DBCA5000CB52}"/>
              </a:ext>
            </a:extLst>
          </p:cNvPr>
          <p:cNvSpPr txBox="1"/>
          <p:nvPr/>
        </p:nvSpPr>
        <p:spPr>
          <a:xfrm>
            <a:off x="6748963" y="4656625"/>
            <a:ext cx="1708251" cy="523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最小数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30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243969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56333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54492" y="3240455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23922" y="38783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23056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6639451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8681" y="3929630"/>
            <a:ext cx="395416" cy="2552395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821" y="3620090"/>
            <a:ext cx="395416" cy="2861935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7461" y="4250242"/>
            <a:ext cx="395416" cy="223178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5289" y="2633116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76571" y="3662321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468" y="4555946"/>
            <a:ext cx="395416" cy="191431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3834572"/>
            <a:ext cx="5568871" cy="523240"/>
            <a:chOff x="7193" y="3503"/>
            <a:chExt cx="8326" cy="824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7193" y="3915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758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7.5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080" y="3916973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26D542C-9C9D-4BD9-2281-540CD00B84F9}"/>
              </a:ext>
            </a:extLst>
          </p:cNvPr>
          <p:cNvGrpSpPr/>
          <p:nvPr/>
        </p:nvGrpSpPr>
        <p:grpSpPr>
          <a:xfrm>
            <a:off x="2984191" y="3668645"/>
            <a:ext cx="5432425" cy="521970"/>
            <a:chOff x="7193" y="3503"/>
            <a:chExt cx="8122" cy="822"/>
          </a:xfrm>
        </p:grpSpPr>
        <p:cxnSp>
          <p:nvCxnSpPr>
            <p:cNvPr id="5" name="直接连接符 12">
              <a:extLst>
                <a:ext uri="{FF2B5EF4-FFF2-40B4-BE49-F238E27FC236}">
                  <a16:creationId xmlns:a16="http://schemas.microsoft.com/office/drawing/2014/main" id="{FBA406DA-9794-6E68-DA8B-87B29B182250}"/>
                </a:ext>
              </a:extLst>
            </p:cNvPr>
            <p:cNvCxnSpPr>
              <a:endCxn id="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887752-2F3A-E152-EE89-8309C5240014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9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newsflash/>
      </p:transition>
    </mc:Choice>
    <mc:Fallback xmlns="">
      <p:transition spd="med">
        <p:newsflash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31</cp:revision>
  <dcterms:created xsi:type="dcterms:W3CDTF">2023-02-15T06:34:00Z</dcterms:created>
  <dcterms:modified xsi:type="dcterms:W3CDTF">2026-04-06T04:12:00Z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